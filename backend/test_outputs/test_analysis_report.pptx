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Software Development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Recommendation: GO</a:t>
            </a:r>
          </a:p>
          <a:p>
            <a:pPr/>
            <a:r>
              <a:t>Confidence: 85%</a:t>
            </a:r>
          </a:p>
          <a:p>
            <a:pPr/>
            <a:r>
              <a:t>Win Probability: 78%</a:t>
            </a:r>
          </a:p>
          <a:p>
            <a:pPr/>
            <a:r>
              <a:t>Strategic Alignment: Strong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Success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Proven track record in enterprise AI</a:t>
            </a:r>
          </a:p>
          <a:p>
            <a:pPr/>
            <a:r>
              <a:t>Strong technical team</a:t>
            </a:r>
          </a:p>
          <a:p>
            <a:pPr/>
            <a:r>
              <a:t>Existing vendor partnerships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Overall Risk Level: Medium</a:t>
            </a:r>
          </a:p>
          <a:p>
            <a:pPr/>
            <a:r>
              <a:t>Risk Score: 5.2/10</a:t>
            </a:r>
          </a:p>
          <a:p>
            <a:pPr/>
            <a:r>
              <a:t>Primary Risks: Timeline, Integration</a:t>
            </a:r>
          </a:p>
          <a:p>
            <a:pPr/>
            <a:r>
              <a:t>Mitigation: Phased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Duration: 8 months</a:t>
            </a:r>
          </a:p>
          <a:p>
            <a:pPr/>
            <a:r>
              <a:t>Team Size: 12 people</a:t>
            </a:r>
          </a:p>
          <a:p>
            <a:pPr/>
            <a:r>
              <a:t>Complexity: High</a:t>
            </a:r>
          </a:p>
          <a:p>
            <a:pPr/>
            <a:r>
              <a:t>Budget: $450,000 - $650,000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